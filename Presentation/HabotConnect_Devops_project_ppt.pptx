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24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58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1380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66" name="Group 65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67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68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9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0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71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2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3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4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5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6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7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8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9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0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1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2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3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4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5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6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7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8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9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0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1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2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3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4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5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6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7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08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3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00238" y="1122363"/>
            <a:ext cx="6593681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00238" y="3602038"/>
            <a:ext cx="6593681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01052" y="5410202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00237" y="5410202"/>
            <a:ext cx="384366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5603" y="5410200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369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8" name="Content Placeholder 2"/>
          <p:cNvSpPr>
            <a:spLocks noGrp="1"/>
          </p:cNvSpPr>
          <p:nvPr>
            <p:ph idx="1"/>
          </p:nvPr>
        </p:nvSpPr>
        <p:spPr>
          <a:xfrm>
            <a:off x="856060" y="2249487"/>
            <a:ext cx="7429499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9" name="Date Placeholder 3"/>
          <p:cNvSpPr>
            <a:spLocks noGrp="1"/>
          </p:cNvSpPr>
          <p:nvPr>
            <p:ph type="dt" sz="half" idx="10"/>
          </p:nvPr>
        </p:nvSpPr>
        <p:spPr>
          <a:xfrm>
            <a:off x="5592691" y="5883277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56059" y="5883276"/>
            <a:ext cx="4679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07241" y="5883275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102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419227"/>
            <a:ext cx="74295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4424362"/>
            <a:ext cx="74295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02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2249486"/>
            <a:ext cx="3658792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2249486"/>
            <a:ext cx="3656408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583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619127"/>
            <a:ext cx="74295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8902" y="2249486"/>
            <a:ext cx="3435949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3073398"/>
            <a:ext cx="3658793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1992" y="2249485"/>
            <a:ext cx="3433565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3073398"/>
            <a:ext cx="3656408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318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6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705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609601"/>
            <a:ext cx="2892028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592666"/>
            <a:ext cx="4418407" cy="5198534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2249486"/>
            <a:ext cx="2892028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685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1" y="609600"/>
            <a:ext cx="3753962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32866" y="609600"/>
            <a:ext cx="3452693" cy="5181602"/>
          </a:xfrm>
          <a:prstGeom prst="round2DiagRect">
            <a:avLst>
              <a:gd name="adj1" fmla="val 6074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49486"/>
            <a:ext cx="3753964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86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304665"/>
            <a:ext cx="7434266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606426"/>
            <a:ext cx="7434266" cy="3299778"/>
          </a:xfrm>
          <a:prstGeom prst="round2DiagRect">
            <a:avLst>
              <a:gd name="adj1" fmla="val 5101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5124020"/>
            <a:ext cx="7433144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098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609600"/>
            <a:ext cx="7429466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419600"/>
            <a:ext cx="7428344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1255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365557"/>
            <a:ext cx="6564224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309919"/>
            <a:ext cx="74295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96579" y="718458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7473" y="276497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85268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2134042"/>
            <a:ext cx="74295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4657655"/>
            <a:ext cx="7428379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8531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609600"/>
            <a:ext cx="74294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674463"/>
            <a:ext cx="2397674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56059" y="3360263"/>
            <a:ext cx="2396432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677635"/>
            <a:ext cx="238828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6075" y="3363435"/>
            <a:ext cx="238895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674463"/>
            <a:ext cx="2396226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3360263"/>
            <a:ext cx="2396226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9143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609600"/>
            <a:ext cx="74294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4404596"/>
            <a:ext cx="239643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666998"/>
            <a:ext cx="239643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4980859"/>
            <a:ext cx="239643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4404596"/>
            <a:ext cx="24003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666998"/>
            <a:ext cx="2399205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4980857"/>
            <a:ext cx="24003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4404595"/>
            <a:ext cx="2393056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666998"/>
            <a:ext cx="2396227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4980855"/>
            <a:ext cx="2396226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cap="all" baseline="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5076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8257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609600"/>
            <a:ext cx="1503758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609600"/>
            <a:ext cx="5811443" cy="5181601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2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9041774" cy="6858001"/>
            <a:chOff x="-14288" y="0"/>
            <a:chExt cx="9041774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8352798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249487"/>
            <a:ext cx="74294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588327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5883276"/>
            <a:ext cx="46794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5883275"/>
            <a:ext cx="578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08300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25" r:id="rId1"/>
    <p:sldLayoutId id="2147483926" r:id="rId2"/>
    <p:sldLayoutId id="2147483927" r:id="rId3"/>
    <p:sldLayoutId id="2147483928" r:id="rId4"/>
    <p:sldLayoutId id="2147483929" r:id="rId5"/>
    <p:sldLayoutId id="2147483930" r:id="rId6"/>
    <p:sldLayoutId id="2147483931" r:id="rId7"/>
    <p:sldLayoutId id="2147483932" r:id="rId8"/>
    <p:sldLayoutId id="2147483933" r:id="rId9"/>
    <p:sldLayoutId id="2147483934" r:id="rId10"/>
    <p:sldLayoutId id="2147483935" r:id="rId11"/>
    <p:sldLayoutId id="2147483936" r:id="rId12"/>
    <p:sldLayoutId id="2147483937" r:id="rId13"/>
    <p:sldLayoutId id="2147483938" r:id="rId14"/>
    <p:sldLayoutId id="2147483939" r:id="rId15"/>
    <p:sldLayoutId id="2147483940" r:id="rId16"/>
    <p:sldLayoutId id="2147483941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02080" y="619760"/>
            <a:ext cx="7091839" cy="2890203"/>
          </a:xfrm>
        </p:spPr>
        <p:txBody>
          <a:bodyPr/>
          <a:lstStyle/>
          <a:p>
            <a:r>
              <a:rPr dirty="0" smtClean="0"/>
              <a:t>HabotConnect Hiring Project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7680" y="3602038"/>
            <a:ext cx="6736239" cy="2493962"/>
          </a:xfrm>
        </p:spPr>
        <p:txBody>
          <a:bodyPr>
            <a:normAutofit/>
          </a:bodyPr>
          <a:lstStyle/>
          <a:p>
            <a:pPr algn="r">
              <a:defRPr sz="2400"/>
            </a:pPr>
            <a:r>
              <a:rPr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  <a:t>Secure Cloud Infrastructure Provisioning using Terraform, Google Cloud Platform, GitHub Actions &amp; Django REST Framework</a:t>
            </a:r>
            <a:br>
              <a:rPr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</a:br>
            <a:r>
              <a:rPr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  <a:t/>
            </a:r>
            <a:br>
              <a:rPr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</a:br>
            <a:r>
              <a:rPr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  <a:t>Amruta </a:t>
            </a:r>
            <a:r>
              <a:rPr lang="en-IN"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  <a:t>Suryavanshi</a:t>
            </a:r>
            <a:endParaRPr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100" y="140998"/>
            <a:ext cx="7429499" cy="1478570"/>
          </a:xfrm>
        </p:spPr>
        <p:txBody>
          <a:bodyPr>
            <a:normAutofit/>
          </a:bodyPr>
          <a:lstStyle/>
          <a:p>
            <a:r>
              <a:rPr sz="2800" dirty="0"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77420" y="1172527"/>
            <a:ext cx="7429499" cy="2119313"/>
          </a:xfrm>
        </p:spPr>
        <p:txBody>
          <a:bodyPr/>
          <a:lstStyle/>
          <a:p>
            <a:pPr>
              <a:defRPr sz="2400"/>
            </a:pPr>
            <a:r>
              <a:rPr dirty="0"/>
              <a:t>• Provision secure GCP staging infrastructure</a:t>
            </a:r>
            <a:br>
              <a:rPr dirty="0"/>
            </a:br>
            <a:r>
              <a:rPr dirty="0"/>
              <a:t>• Automate deployment using Terraform</a:t>
            </a:r>
            <a:br>
              <a:rPr dirty="0"/>
            </a:br>
            <a:r>
              <a:rPr dirty="0"/>
              <a:t>• Protect student data</a:t>
            </a:r>
            <a:br>
              <a:rPr dirty="0"/>
            </a:br>
            <a:r>
              <a:rPr dirty="0"/>
              <a:t>• Implement Fail-Closed CI/CD</a:t>
            </a:r>
          </a:p>
        </p:txBody>
      </p:sp>
      <p:sp>
        <p:nvSpPr>
          <p:cNvPr id="4" name="Rectangle 3"/>
          <p:cNvSpPr/>
          <p:nvPr/>
        </p:nvSpPr>
        <p:spPr>
          <a:xfrm>
            <a:off x="1818640" y="4082802"/>
            <a:ext cx="4572000" cy="156966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 sz="2400"/>
            </a:pPr>
            <a:r>
              <a:rPr lang="en-US" dirty="0"/>
              <a:t>• Infrastructure as Code</a:t>
            </a:r>
            <a:br>
              <a:rPr lang="en-US" dirty="0"/>
            </a:br>
            <a:r>
              <a:rPr lang="en-US" dirty="0"/>
              <a:t>• Secure IAM &amp; Least Privilege</a:t>
            </a:r>
            <a:br>
              <a:rPr lang="en-US" dirty="0"/>
            </a:br>
            <a:r>
              <a:rPr lang="en-US" dirty="0"/>
              <a:t>• Row-Level Security</a:t>
            </a:r>
            <a:br>
              <a:rPr lang="en-US" dirty="0"/>
            </a:br>
            <a:r>
              <a:rPr lang="en-US" dirty="0"/>
              <a:t>• Automated validation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1390652" y="3374405"/>
            <a:ext cx="41262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2800" cap="all" dirty="0">
                <a:latin typeface="+mj-lt"/>
                <a:ea typeface="+mj-ea"/>
                <a:cs typeface="+mj-cs"/>
              </a:rPr>
              <a:t>Project</a:t>
            </a:r>
            <a:r>
              <a:rPr lang="en-IN" dirty="0"/>
              <a:t> </a:t>
            </a:r>
            <a:r>
              <a:rPr lang="en-IN" sz="2800" cap="all" dirty="0">
                <a:latin typeface="+mj-lt"/>
                <a:ea typeface="+mj-ea"/>
                <a:cs typeface="+mj-cs"/>
              </a:rPr>
              <a:t>Objectives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Terraform</a:t>
            </a:r>
            <a:br/>
            <a:r>
              <a:t>Google Cloud Platform</a:t>
            </a:r>
            <a:br/>
            <a:r>
              <a:t>GitHub Actions</a:t>
            </a:r>
            <a:br/>
            <a:r>
              <a:t>Django REST Framework</a:t>
            </a:r>
            <a:br/>
            <a:r>
              <a:t>BigQuery</a:t>
            </a:r>
            <a:br/>
            <a:r>
              <a:t>Cloud Storage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7020" y="0"/>
            <a:ext cx="7429499" cy="1478570"/>
          </a:xfrm>
        </p:spPr>
        <p:txBody>
          <a:bodyPr/>
          <a:lstStyle/>
          <a:p>
            <a:r>
              <a:rPr dirty="0"/>
              <a:t>Project Architecture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457" y="1198880"/>
            <a:ext cx="7345680" cy="48971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Task 1: Terraform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6060" y="1700847"/>
            <a:ext cx="7429499" cy="3541714"/>
          </a:xfrm>
        </p:spPr>
        <p:txBody>
          <a:bodyPr>
            <a:normAutofit/>
          </a:bodyPr>
          <a:lstStyle/>
          <a:p>
            <a:pPr>
              <a:defRPr sz="2400"/>
            </a:pPr>
            <a:r>
              <a:rPr sz="1800" dirty="0"/>
              <a:t>• Provider &amp; </a:t>
            </a:r>
            <a:r>
              <a:rPr sz="1800" dirty="0" smtClean="0"/>
              <a:t>Variables</a:t>
            </a:r>
            <a:r>
              <a:rPr sz="1800" dirty="0"/>
              <a:t/>
            </a:r>
            <a:br>
              <a:rPr sz="1800" dirty="0"/>
            </a:br>
            <a:r>
              <a:rPr sz="1800" dirty="0"/>
              <a:t>• GCS Raw Landing Bucket</a:t>
            </a:r>
            <a:br>
              <a:rPr sz="1800" dirty="0"/>
            </a:br>
            <a:r>
              <a:rPr sz="1800" dirty="0"/>
              <a:t>• </a:t>
            </a:r>
            <a:r>
              <a:rPr sz="1800" dirty="0" err="1"/>
              <a:t>BigQuery</a:t>
            </a:r>
            <a:r>
              <a:rPr sz="1800" dirty="0"/>
              <a:t> Dataset</a:t>
            </a:r>
            <a:br>
              <a:rPr sz="1800" dirty="0"/>
            </a:br>
            <a:r>
              <a:rPr sz="1800" dirty="0"/>
              <a:t>• IAM</a:t>
            </a:r>
            <a:br>
              <a:rPr sz="1800" dirty="0"/>
            </a:br>
            <a:r>
              <a:rPr sz="1800" dirty="0"/>
              <a:t>• Public Access Prevention</a:t>
            </a:r>
            <a:br>
              <a:rPr sz="1800" dirty="0"/>
            </a:br>
            <a:r>
              <a:rPr sz="1800" dirty="0"/>
              <a:t>• </a:t>
            </a:r>
            <a:r>
              <a:rPr sz="1800" dirty="0" smtClean="0"/>
              <a:t>Versioning</a:t>
            </a:r>
            <a:endParaRPr lang="en-IN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• IAM (RBAC)</a:t>
            </a:r>
            <a:br/>
            <a:r>
              <a:t>• Principle of Least Privilege</a:t>
            </a:r>
            <a:br/>
            <a:r>
              <a:t>• Row-Level Security (RLS)</a:t>
            </a:r>
            <a:br/>
            <a:r>
              <a:t>• Secret Protection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5660" y="-120767"/>
            <a:ext cx="7429499" cy="1478570"/>
          </a:xfrm>
        </p:spPr>
        <p:txBody>
          <a:bodyPr/>
          <a:lstStyle/>
          <a:p>
            <a:r>
              <a:rPr dirty="0"/>
              <a:t>Task 2: CI/CD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8780" y="928687"/>
            <a:ext cx="7429499" cy="3541714"/>
          </a:xfrm>
        </p:spPr>
        <p:txBody>
          <a:bodyPr/>
          <a:lstStyle/>
          <a:p>
            <a:pPr>
              <a:defRPr sz="2400"/>
            </a:pPr>
            <a:r>
              <a:rPr dirty="0"/>
              <a:t>Pipeline:</a:t>
            </a:r>
            <a:br>
              <a:rPr dirty="0"/>
            </a:br>
            <a:r>
              <a:rPr dirty="0"/>
              <a:t>Checkout → terraform </a:t>
            </a:r>
            <a:r>
              <a:rPr dirty="0" err="1"/>
              <a:t>fmt</a:t>
            </a:r>
            <a:r>
              <a:rPr dirty="0"/>
              <a:t> → validate → flake8 → Secret Scan → Deploy</a:t>
            </a: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1320164" y="3147377"/>
            <a:ext cx="6645275" cy="3019743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320164" y="2470763"/>
            <a:ext cx="2528256" cy="4575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defTabSz="914400" fontAlgn="base">
              <a:lnSpc>
                <a:spcPct val="120000"/>
              </a:lnSpc>
              <a:spcBef>
                <a:spcPts val="1000"/>
              </a:spcBef>
              <a:spcAft>
                <a:spcPct val="0"/>
              </a:spcAft>
              <a:buClrTx/>
              <a:buSzPct val="125000"/>
              <a:tabLst/>
              <a:defRPr sz="2400"/>
            </a:pPr>
            <a:r>
              <a:rPr lang="en-US" altLang="en-US" sz="2400" dirty="0"/>
              <a:t>Successful pipeline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Fail-Closed Build Gate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Pipeline immediately stops if:</a:t>
            </a:r>
            <a:br/>
            <a:r>
              <a:t>• Formatting fails</a:t>
            </a:r>
            <a:br/>
            <a:r>
              <a:t>• Linting fails</a:t>
            </a:r>
            <a:br/>
            <a:r>
              <a:t>• Hardcoded API key detected</a:t>
            </a:r>
            <a:br/>
            <a:r>
              <a:t>• Terraform validation fails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Task 3: DRF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• Student onboarding JSON</a:t>
            </a:r>
            <a:br/>
            <a:r>
              <a:t>• Serializer validation</a:t>
            </a:r>
            <a:br/>
            <a:r>
              <a:t>• DCYN Yes/No logic</a:t>
            </a:r>
            <a:br/>
            <a:r>
              <a:t>• Strict field validation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&amp;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rPr dirty="0"/>
              <a:t>• Terraform Apply Successful</a:t>
            </a:r>
            <a:br>
              <a:rPr dirty="0"/>
            </a:br>
            <a:r>
              <a:rPr dirty="0"/>
              <a:t>• Bucket &amp; Dataset Created</a:t>
            </a:r>
            <a:br>
              <a:rPr dirty="0"/>
            </a:br>
            <a:r>
              <a:rPr dirty="0"/>
              <a:t>• IAM Verified</a:t>
            </a:r>
            <a:br>
              <a:rPr dirty="0"/>
            </a:br>
            <a:r>
              <a:rPr dirty="0"/>
              <a:t>• Pipeline Tested</a:t>
            </a:r>
            <a:br>
              <a:rPr dirty="0"/>
            </a:br>
            <a:r>
              <a:rPr dirty="0"/>
              <a:t>• API Validation Successful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1442084" y="730885"/>
            <a:ext cx="6472555" cy="168719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340115" y="201820"/>
            <a:ext cx="2216889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 sz="2400"/>
            </a:pPr>
            <a:r>
              <a:rPr lang="en-IN" dirty="0"/>
              <a:t>Terraform </a:t>
            </a:r>
            <a:r>
              <a:rPr lang="en-IN" dirty="0" smtClean="0"/>
              <a:t>Apply</a:t>
            </a:r>
          </a:p>
          <a:p>
            <a:pPr>
              <a:defRPr sz="2400"/>
            </a:pPr>
            <a:endParaRPr lang="en-IN" dirty="0"/>
          </a:p>
        </p:txBody>
      </p:sp>
      <p:pic>
        <p:nvPicPr>
          <p:cNvPr id="7" name="Picture 6"/>
          <p:cNvPicPr/>
          <p:nvPr/>
        </p:nvPicPr>
        <p:blipFill>
          <a:blip r:embed="rId3"/>
          <a:stretch>
            <a:fillRect/>
          </a:stretch>
        </p:blipFill>
        <p:spPr>
          <a:xfrm>
            <a:off x="1442083" y="2943962"/>
            <a:ext cx="6472555" cy="131762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340115" y="2523631"/>
            <a:ext cx="204299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 sz="2400"/>
            </a:pPr>
            <a:r>
              <a:rPr lang="en-IN" dirty="0"/>
              <a:t>Storage bucket</a:t>
            </a:r>
            <a:endParaRPr lang="en-IN" dirty="0"/>
          </a:p>
        </p:txBody>
      </p:sp>
      <p:pic>
        <p:nvPicPr>
          <p:cNvPr id="9" name="Picture 8"/>
          <p:cNvPicPr/>
          <p:nvPr/>
        </p:nvPicPr>
        <p:blipFill rotWithShape="1">
          <a:blip r:embed="rId4"/>
          <a:srcRect b="17071"/>
          <a:stretch/>
        </p:blipFill>
        <p:spPr bwMode="auto">
          <a:xfrm>
            <a:off x="1442084" y="4909509"/>
            <a:ext cx="6472554" cy="18576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" name="Rectangle 9"/>
          <p:cNvSpPr/>
          <p:nvPr/>
        </p:nvSpPr>
        <p:spPr>
          <a:xfrm>
            <a:off x="1044741" y="4396856"/>
            <a:ext cx="280717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Aft>
                <a:spcPts val="1000"/>
              </a:spcAft>
              <a:buSzPts val="1000"/>
              <a:tabLst>
                <a:tab pos="457200" algn="l"/>
              </a:tabLst>
            </a:pPr>
            <a:r>
              <a:rPr lang="en-US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r>
              <a:rPr lang="en-US" sz="2400" dirty="0" err="1"/>
              <a:t>BigQuery</a:t>
            </a:r>
            <a:r>
              <a:rPr lang="en-US" sz="2400" dirty="0"/>
              <a:t> </a:t>
            </a:r>
            <a:r>
              <a:rPr lang="en-US" sz="2400" dirty="0"/>
              <a:t>dataset </a:t>
            </a:r>
            <a:endParaRPr lang="en-IN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1431924" y="767080"/>
            <a:ext cx="6533515" cy="1264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320164" y="249803"/>
            <a:ext cx="4572000" cy="73866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sz="2400" dirty="0" smtClean="0"/>
              <a:t>IAM </a:t>
            </a:r>
            <a:r>
              <a:rPr lang="en-IN" sz="2400" dirty="0"/>
              <a:t>Verified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pic>
        <p:nvPicPr>
          <p:cNvPr id="6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1431924" y="2745878"/>
            <a:ext cx="6645275" cy="214598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320164" y="2284213"/>
            <a:ext cx="201151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400" dirty="0"/>
              <a:t>Pipeline Tested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2620" y="3058160"/>
            <a:ext cx="7429499" cy="1478570"/>
          </a:xfrm>
        </p:spPr>
        <p:txBody>
          <a:bodyPr/>
          <a:lstStyle/>
          <a:p>
            <a:r>
              <a:rPr dirty="0"/>
              <a:t>Future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56540" y="4246880"/>
            <a:ext cx="7429499" cy="2464753"/>
          </a:xfrm>
        </p:spPr>
        <p:txBody>
          <a:bodyPr/>
          <a:lstStyle/>
          <a:p>
            <a:pPr marL="0" indent="0">
              <a:buNone/>
              <a:defRPr sz="2400"/>
            </a:pPr>
            <a:r>
              <a:rPr dirty="0"/>
              <a:t>• Remote Terraform state</a:t>
            </a:r>
            <a:br>
              <a:rPr dirty="0"/>
            </a:br>
            <a:r>
              <a:rPr dirty="0"/>
              <a:t>• Secret Manager</a:t>
            </a:r>
            <a:br>
              <a:rPr dirty="0"/>
            </a:br>
            <a:r>
              <a:rPr dirty="0"/>
              <a:t>• Cloud Monitoring</a:t>
            </a:r>
            <a:br>
              <a:rPr dirty="0"/>
            </a:br>
            <a:r>
              <a:rPr dirty="0"/>
              <a:t>• Multi-environment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272620" y="572254"/>
            <a:ext cx="267573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3600" cap="all" dirty="0">
                <a:latin typeface="+mj-lt"/>
                <a:ea typeface="+mj-ea"/>
                <a:cs typeface="+mj-cs"/>
              </a:rPr>
              <a:t>Challenges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156540" y="1488500"/>
            <a:ext cx="4572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 sz="2400"/>
            </a:pPr>
            <a:r>
              <a:rPr lang="en-US" dirty="0"/>
              <a:t>• Learning IAM &amp; </a:t>
            </a:r>
            <a:r>
              <a:rPr lang="en-US" dirty="0" smtClean="0"/>
              <a:t>RLS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• CI/CD integration</a:t>
            </a:r>
            <a:br>
              <a:rPr lang="en-US" dirty="0"/>
            </a:br>
            <a:r>
              <a:rPr lang="en-US" dirty="0"/>
              <a:t>• Cloud security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Project meets HabotConnect requirements using secure IaC, automated CI/CD, robust validation, and cloud security best practices.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94460" y="2467638"/>
            <a:ext cx="7429499" cy="1478570"/>
          </a:xfrm>
        </p:spPr>
        <p:txBody>
          <a:bodyPr/>
          <a:lstStyle/>
          <a:p>
            <a:r>
              <a:rPr dirty="0"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400"/>
            </a:pPr>
            <a:r>
              <a:rPr dirty="0"/>
              <a:t/>
            </a:r>
            <a:br>
              <a:rPr dirty="0"/>
            </a:br>
            <a:endParaRPr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Yellow Orange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92</TotalTime>
  <Words>132</Words>
  <Application>Microsoft Office PowerPoint</Application>
  <PresentationFormat>On-screen Show (4:3)</PresentationFormat>
  <Paragraphs>35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Times New Roman</vt:lpstr>
      <vt:lpstr>Trebuchet MS</vt:lpstr>
      <vt:lpstr>Tw Cen MT</vt:lpstr>
      <vt:lpstr>Circuit</vt:lpstr>
      <vt:lpstr>HabotConnect Hiring Project</vt:lpstr>
      <vt:lpstr>Project Overview</vt:lpstr>
      <vt:lpstr>Technology Stack</vt:lpstr>
      <vt:lpstr>Project Architecture</vt:lpstr>
      <vt:lpstr>Task 1: Terraform</vt:lpstr>
      <vt:lpstr>Security Implementation</vt:lpstr>
      <vt:lpstr>Task 2: CI/CD</vt:lpstr>
      <vt:lpstr>Fail-Closed Build Gate</vt:lpstr>
      <vt:lpstr>Task 3: DRF Validation</vt:lpstr>
      <vt:lpstr>Testing &amp; Results</vt:lpstr>
      <vt:lpstr>PowerPoint Presentation</vt:lpstr>
      <vt:lpstr>PowerPoint Presentation</vt:lpstr>
      <vt:lpstr>Future Improvements</vt:lpstr>
      <vt:lpstr>Conclusion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HabotConnect Hiring Project</dc:title>
  <dc:subject/>
  <dc:creator>Shubham</dc:creator>
  <cp:keywords/>
  <dc:description>generated using python-pptx</dc:description>
  <cp:lastModifiedBy>Shubham</cp:lastModifiedBy>
  <cp:revision>11</cp:revision>
  <dcterms:created xsi:type="dcterms:W3CDTF">2013-01-27T09:14:16Z</dcterms:created>
  <dcterms:modified xsi:type="dcterms:W3CDTF">2026-08-02T19:29:01Z</dcterms:modified>
  <cp:category/>
</cp:coreProperties>
</file>