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8" r:id="rId12"/>
    <p:sldId id="267" r:id="rId13"/>
    <p:sldId id="271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6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0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0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8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1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0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8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25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5268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53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14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07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25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830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2080" y="619760"/>
            <a:ext cx="7091839" cy="2890203"/>
          </a:xfrm>
        </p:spPr>
        <p:txBody>
          <a:bodyPr/>
          <a:lstStyle/>
          <a:p>
            <a:r>
              <a:rPr dirty="0" smtClean="0"/>
              <a:t>HabotConnect Hiring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7680" y="3602038"/>
            <a:ext cx="6736239" cy="2493962"/>
          </a:xfrm>
        </p:spPr>
        <p:txBody>
          <a:bodyPr>
            <a:normAutofit/>
          </a:bodyPr>
          <a:lstStyle/>
          <a:p>
            <a:pPr algn="r">
              <a:defRPr sz="2400"/>
            </a:pPr>
            <a:r>
              <a:rPr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Secure Cloud Infrastructure Provisioning using Terraform, Google Cloud Platform, GitHub Actions &amp; Django REST Framework</a:t>
            </a:r>
            <a:br>
              <a:rPr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</a:br>
            <a:r>
              <a:rPr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/>
            </a:r>
            <a:br>
              <a:rPr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</a:br>
            <a:r>
              <a:rPr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Amruta </a:t>
            </a:r>
            <a:r>
              <a:rPr lang="en-IN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Suryavanshi</a:t>
            </a:r>
            <a:endParaRPr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100" y="140998"/>
            <a:ext cx="7429499" cy="1478570"/>
          </a:xfrm>
        </p:spPr>
        <p:txBody>
          <a:bodyPr>
            <a:normAutofit/>
          </a:bodyPr>
          <a:lstStyle/>
          <a:p>
            <a:r>
              <a:rPr sz="28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420" y="1172527"/>
            <a:ext cx="7429499" cy="2119313"/>
          </a:xfrm>
        </p:spPr>
        <p:txBody>
          <a:bodyPr/>
          <a:lstStyle/>
          <a:p>
            <a:pPr>
              <a:defRPr sz="2400"/>
            </a:pPr>
            <a:r>
              <a:rPr dirty="0"/>
              <a:t>• Provision secure GCP staging infrastructure</a:t>
            </a:r>
            <a:br>
              <a:rPr dirty="0"/>
            </a:br>
            <a:r>
              <a:rPr dirty="0"/>
              <a:t>• Automate deployment using Terraform</a:t>
            </a:r>
            <a:br>
              <a:rPr dirty="0"/>
            </a:br>
            <a:r>
              <a:rPr dirty="0"/>
              <a:t>• Protect student data</a:t>
            </a:r>
            <a:br>
              <a:rPr dirty="0"/>
            </a:br>
            <a:r>
              <a:rPr dirty="0"/>
              <a:t>• Implement Fail-Closed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8640" y="4082802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2400"/>
            </a:pPr>
            <a:r>
              <a:rPr lang="en-US" dirty="0"/>
              <a:t>• Infrastructure as Code</a:t>
            </a:r>
            <a:br>
              <a:rPr lang="en-US" dirty="0"/>
            </a:br>
            <a:r>
              <a:rPr lang="en-US" dirty="0"/>
              <a:t>• Secure IAM &amp; Least Privilege</a:t>
            </a:r>
            <a:br>
              <a:rPr lang="en-US" dirty="0"/>
            </a:br>
            <a:r>
              <a:rPr lang="en-US" dirty="0"/>
              <a:t>• Row-Level Security</a:t>
            </a:r>
            <a:br>
              <a:rPr lang="en-US" dirty="0"/>
            </a:br>
            <a:r>
              <a:rPr lang="en-US" dirty="0"/>
              <a:t>• Automated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0652" y="3374405"/>
            <a:ext cx="41262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cap="all" dirty="0">
                <a:latin typeface="+mj-lt"/>
                <a:ea typeface="+mj-ea"/>
                <a:cs typeface="+mj-cs"/>
              </a:rPr>
              <a:t>Project</a:t>
            </a:r>
            <a:r>
              <a:rPr lang="en-IN" dirty="0"/>
              <a:t> </a:t>
            </a:r>
            <a:r>
              <a:rPr lang="en-IN" sz="2800" cap="all" dirty="0">
                <a:latin typeface="+mj-lt"/>
                <a:ea typeface="+mj-ea"/>
                <a:cs typeface="+mj-cs"/>
              </a:rP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Terraform</a:t>
            </a:r>
            <a:br/>
            <a:r>
              <a:t>Google Cloud Platform</a:t>
            </a:r>
            <a:br/>
            <a:r>
              <a:t>GitHub Actions</a:t>
            </a:r>
            <a:br/>
            <a:r>
              <a:t>Django REST Framework</a:t>
            </a:r>
            <a:br/>
            <a:r>
              <a:t>BigQuery</a:t>
            </a:r>
            <a:br/>
            <a:r>
              <a:t>Cloud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7020" y="0"/>
            <a:ext cx="7429499" cy="1478570"/>
          </a:xfrm>
        </p:spPr>
        <p:txBody>
          <a:bodyPr/>
          <a:lstStyle/>
          <a:p>
            <a:r>
              <a:rPr dirty="0"/>
              <a:t>Project Architecture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57" y="1198880"/>
            <a:ext cx="7345680" cy="4897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00847"/>
            <a:ext cx="7429499" cy="3541714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sz="1800" dirty="0"/>
              <a:t>• Provider &amp; </a:t>
            </a:r>
            <a:r>
              <a:rPr sz="1800" dirty="0" smtClean="0"/>
              <a:t>Variables</a:t>
            </a:r>
            <a:r>
              <a:rPr sz="1800" dirty="0"/>
              <a:t/>
            </a:r>
            <a:br>
              <a:rPr sz="1800" dirty="0"/>
            </a:br>
            <a:r>
              <a:rPr sz="1800" dirty="0"/>
              <a:t>• GCS Raw Landing Bucket</a:t>
            </a:r>
            <a:br>
              <a:rPr sz="1800" dirty="0"/>
            </a:br>
            <a:r>
              <a:rPr sz="1800" dirty="0"/>
              <a:t>• </a:t>
            </a:r>
            <a:r>
              <a:rPr sz="1800" dirty="0" err="1"/>
              <a:t>BigQuery</a:t>
            </a:r>
            <a:r>
              <a:rPr sz="1800" dirty="0"/>
              <a:t> Dataset</a:t>
            </a:r>
            <a:br>
              <a:rPr sz="1800" dirty="0"/>
            </a:br>
            <a:r>
              <a:rPr sz="1800" dirty="0"/>
              <a:t>• IAM</a:t>
            </a:r>
            <a:br>
              <a:rPr sz="1800" dirty="0"/>
            </a:br>
            <a:r>
              <a:rPr sz="1800" dirty="0"/>
              <a:t>• Public Access Prevention</a:t>
            </a:r>
            <a:br>
              <a:rPr sz="1800" dirty="0"/>
            </a:br>
            <a:r>
              <a:rPr sz="1800" dirty="0"/>
              <a:t>• </a:t>
            </a:r>
            <a:r>
              <a:rPr sz="1800" dirty="0" smtClean="0"/>
              <a:t>Versioning</a:t>
            </a:r>
            <a:endParaRPr lang="en-IN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IAM (RBAC)</a:t>
            </a:r>
            <a:br/>
            <a:r>
              <a:t>• Principle of Least Privilege</a:t>
            </a:r>
            <a:br/>
            <a:r>
              <a:t>• Row-Level Security (RLS)</a:t>
            </a:r>
            <a:br/>
            <a:r>
              <a:t>• Secret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660" y="-120767"/>
            <a:ext cx="7429499" cy="1478570"/>
          </a:xfrm>
        </p:spPr>
        <p:txBody>
          <a:bodyPr/>
          <a:lstStyle/>
          <a:p>
            <a:r>
              <a:rPr dirty="0"/>
              <a:t>Task 2: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80" y="928687"/>
            <a:ext cx="7429499" cy="3541714"/>
          </a:xfrm>
        </p:spPr>
        <p:txBody>
          <a:bodyPr/>
          <a:lstStyle/>
          <a:p>
            <a:pPr>
              <a:defRPr sz="2400"/>
            </a:pPr>
            <a:r>
              <a:rPr dirty="0"/>
              <a:t>Pipeline:</a:t>
            </a:r>
            <a:br>
              <a:rPr dirty="0"/>
            </a:br>
            <a:r>
              <a:rPr dirty="0"/>
              <a:t>Checkout → terraform </a:t>
            </a:r>
            <a:r>
              <a:rPr dirty="0" err="1"/>
              <a:t>fmt</a:t>
            </a:r>
            <a:r>
              <a:rPr dirty="0"/>
              <a:t> → validate → flake8 → Secret Scan → Deploy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20164" y="3147377"/>
            <a:ext cx="6645275" cy="3019743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20164" y="2470763"/>
            <a:ext cx="2528256" cy="457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Pct val="125000"/>
              <a:tabLst/>
              <a:defRPr sz="2400"/>
            </a:pPr>
            <a:r>
              <a:rPr lang="en-US" altLang="en-US" sz="2400" dirty="0"/>
              <a:t>Successful pipeline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Fail-Closed Build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740" y="1893887"/>
            <a:ext cx="7429499" cy="3541714"/>
          </a:xfrm>
        </p:spPr>
        <p:txBody>
          <a:bodyPr/>
          <a:lstStyle/>
          <a:p>
            <a:pPr>
              <a:defRPr sz="2400"/>
            </a:pPr>
            <a:r>
              <a:rPr dirty="0"/>
              <a:t>Pipeline immediately stops if:</a:t>
            </a:r>
            <a:br>
              <a:rPr dirty="0"/>
            </a:br>
            <a:r>
              <a:rPr dirty="0"/>
              <a:t>• Formatting fails</a:t>
            </a:r>
            <a:br>
              <a:rPr dirty="0"/>
            </a:br>
            <a:r>
              <a:rPr dirty="0"/>
              <a:t>• </a:t>
            </a:r>
            <a:r>
              <a:rPr dirty="0" err="1"/>
              <a:t>Linting</a:t>
            </a:r>
            <a:r>
              <a:rPr dirty="0"/>
              <a:t> fails</a:t>
            </a:r>
            <a:br>
              <a:rPr dirty="0"/>
            </a:br>
            <a:r>
              <a:rPr dirty="0"/>
              <a:t>• Hardcoded API key detected</a:t>
            </a:r>
            <a:br>
              <a:rPr dirty="0"/>
            </a:br>
            <a:r>
              <a:rPr dirty="0"/>
              <a:t>• Terraform validation fails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DRF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Student onboarding JSON</a:t>
            </a:r>
            <a:br/>
            <a:r>
              <a:t>• Serializer validation</a:t>
            </a:r>
            <a:br/>
            <a:r>
              <a:t>• DCYN Yes/No logic</a:t>
            </a:r>
            <a:br/>
            <a:r>
              <a:t>• Strict field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727200"/>
            <a:ext cx="7726759" cy="4064001"/>
          </a:xfrm>
        </p:spPr>
        <p:txBody>
          <a:bodyPr/>
          <a:lstStyle/>
          <a:p>
            <a:pPr>
              <a:defRPr sz="2400"/>
            </a:pPr>
            <a:r>
              <a:rPr dirty="0"/>
              <a:t>• Terraform Apply Successful</a:t>
            </a:r>
            <a:br>
              <a:rPr dirty="0"/>
            </a:br>
            <a:r>
              <a:rPr dirty="0"/>
              <a:t>• Bucket &amp; Dataset Created</a:t>
            </a:r>
            <a:br>
              <a:rPr dirty="0"/>
            </a:br>
            <a:r>
              <a:rPr dirty="0"/>
              <a:t>• IAM Verified</a:t>
            </a:r>
            <a:br>
              <a:rPr dirty="0"/>
            </a:br>
            <a:r>
              <a:rPr dirty="0"/>
              <a:t>• Pipeline Tested</a:t>
            </a:r>
            <a:br>
              <a:rPr dirty="0"/>
            </a:br>
            <a:r>
              <a:rPr dirty="0"/>
              <a:t>• API Validation Successful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42084" y="730884"/>
            <a:ext cx="6472555" cy="24695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40115" y="201820"/>
            <a:ext cx="22168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IN" dirty="0"/>
              <a:t>Terraform </a:t>
            </a:r>
            <a:r>
              <a:rPr lang="en-IN" dirty="0" smtClean="0"/>
              <a:t>Apply</a:t>
            </a:r>
          </a:p>
          <a:p>
            <a:pPr>
              <a:defRPr sz="2400"/>
            </a:pPr>
            <a:endParaRPr lang="en-IN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442084" y="3942080"/>
            <a:ext cx="6472555" cy="2448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40115" y="3295277"/>
            <a:ext cx="20429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IN" dirty="0"/>
              <a:t>Storage bucket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20164" y="4094480"/>
            <a:ext cx="6533515" cy="238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20164" y="3497431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 smtClean="0"/>
              <a:t>IAM </a:t>
            </a:r>
            <a:r>
              <a:rPr lang="en-IN" sz="2400" dirty="0"/>
              <a:t>Verified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/>
          <p:cNvPicPr/>
          <p:nvPr/>
        </p:nvPicPr>
        <p:blipFill rotWithShape="1">
          <a:blip r:embed="rId3"/>
          <a:srcRect b="17071"/>
          <a:stretch/>
        </p:blipFill>
        <p:spPr bwMode="auto">
          <a:xfrm>
            <a:off x="1381125" y="1027640"/>
            <a:ext cx="6472554" cy="2243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28724" y="480291"/>
            <a:ext cx="24769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/>
              <a:t>BigQuery</a:t>
            </a:r>
            <a:r>
              <a:rPr lang="en-US" dirty="0"/>
              <a:t> </a:t>
            </a:r>
            <a:r>
              <a:rPr lang="en-US" sz="2400" dirty="0"/>
              <a:t>dataset</a:t>
            </a:r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60805" y="4150360"/>
            <a:ext cx="6631478" cy="2250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75888" y="3523288"/>
            <a:ext cx="3199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IN" dirty="0"/>
              <a:t>API Validation Successful</a:t>
            </a:r>
            <a:endParaRPr lang="en-IN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347008" y="1211898"/>
            <a:ext cx="6645275" cy="21459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19522" y="680453"/>
            <a:ext cx="2764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Pipeline Tested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113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620" y="3058160"/>
            <a:ext cx="7429499" cy="1478570"/>
          </a:xfrm>
        </p:spPr>
        <p:txBody>
          <a:bodyPr/>
          <a:lstStyle/>
          <a:p>
            <a:r>
              <a:rPr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540" y="4246880"/>
            <a:ext cx="7429499" cy="2464753"/>
          </a:xfrm>
        </p:spPr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Remote Terraform state</a:t>
            </a:r>
            <a:br>
              <a:rPr dirty="0"/>
            </a:br>
            <a:r>
              <a:rPr dirty="0"/>
              <a:t>• Secret Manager</a:t>
            </a:r>
            <a:br>
              <a:rPr dirty="0"/>
            </a:br>
            <a:r>
              <a:rPr dirty="0"/>
              <a:t>• Cloud Monitoring</a:t>
            </a:r>
            <a:br>
              <a:rPr dirty="0"/>
            </a:br>
            <a:r>
              <a:rPr dirty="0"/>
              <a:t>• Multi-environment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2620" y="572254"/>
            <a:ext cx="26757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cap="all" dirty="0">
                <a:latin typeface="+mj-lt"/>
                <a:ea typeface="+mj-ea"/>
                <a:cs typeface="+mj-cs"/>
              </a:rPr>
              <a:t>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56540" y="14885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2400"/>
            </a:pPr>
            <a:r>
              <a:rPr lang="en-US" dirty="0"/>
              <a:t>• Learning IAM &amp; </a:t>
            </a:r>
            <a:r>
              <a:rPr lang="en-US" dirty="0" smtClean="0"/>
              <a:t>RLS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CI/CD integration</a:t>
            </a:r>
            <a:br>
              <a:rPr lang="en-US" dirty="0"/>
            </a:br>
            <a:r>
              <a:rPr lang="en-US" dirty="0"/>
              <a:t>• Cloud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Project meets HabotConnect requirements using secure IaC, automated CI/CD, robust validation, and cloud security best practices.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4460" y="2467638"/>
            <a:ext cx="7429499" cy="147857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111</TotalTime>
  <Words>135</Words>
  <Application>Microsoft Office PowerPoint</Application>
  <PresentationFormat>On-screen Show (4:3)</PresentationFormat>
  <Paragraphs>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Tw Cen MT</vt:lpstr>
      <vt:lpstr>Circuit</vt:lpstr>
      <vt:lpstr>HabotConnect Hiring Project</vt:lpstr>
      <vt:lpstr>Project Overview</vt:lpstr>
      <vt:lpstr>Technology Stack</vt:lpstr>
      <vt:lpstr>Project Architecture</vt:lpstr>
      <vt:lpstr>Task 1: Terraform</vt:lpstr>
      <vt:lpstr>Security Implementation</vt:lpstr>
      <vt:lpstr>Task 2: CI/CD</vt:lpstr>
      <vt:lpstr>Fail-Closed Build Gate</vt:lpstr>
      <vt:lpstr>Task 3: DRF Validation</vt:lpstr>
      <vt:lpstr>Testing &amp; Results</vt:lpstr>
      <vt:lpstr>PowerPoint Presentation</vt:lpstr>
      <vt:lpstr>PowerPoint Presentation</vt:lpstr>
      <vt:lpstr>PowerPoint Presentation</vt:lpstr>
      <vt:lpstr>Future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HabotConnect Hiring Project</dc:title>
  <dc:subject/>
  <dc:creator>Shubham</dc:creator>
  <cp:keywords/>
  <dc:description>generated using python-pptx</dc:description>
  <cp:lastModifiedBy>Shubham</cp:lastModifiedBy>
  <cp:revision>13</cp:revision>
  <dcterms:created xsi:type="dcterms:W3CDTF">2013-01-27T09:14:16Z</dcterms:created>
  <dcterms:modified xsi:type="dcterms:W3CDTF">2026-08-03T04:42:59Z</dcterms:modified>
  <cp:category/>
</cp:coreProperties>
</file>